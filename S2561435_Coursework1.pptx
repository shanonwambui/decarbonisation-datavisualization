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5050"/>
    <a:srgbClr val="1F4E79"/>
    <a:srgbClr val="27AE60"/>
    <a:srgbClr val="C0392B"/>
    <a:srgbClr val="C06244"/>
    <a:srgbClr val="228B5E"/>
    <a:srgbClr val="F5F7FA"/>
    <a:srgbClr val="39DF4D"/>
    <a:srgbClr val="F66244"/>
    <a:srgbClr val="1583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50618A-86EB-4AE1-A961-5F74AEE14AD9}" v="9" dt="2026-04-20T11:13:31.0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1056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wangi, Shanon" userId="727b0e30-cf4e-4768-8719-3822ecf973a6" providerId="ADAL" clId="{DB90676B-547E-4370-BB9C-2EDFA611AEE0}"/>
    <pc:docChg chg="custSel addSld delSld modSld">
      <pc:chgData name="Mwangi, Shanon" userId="727b0e30-cf4e-4768-8719-3822ecf973a6" providerId="ADAL" clId="{DB90676B-547E-4370-BB9C-2EDFA611AEE0}" dt="2026-04-20T11:38:50.419" v="180" actId="1076"/>
      <pc:docMkLst>
        <pc:docMk/>
      </pc:docMkLst>
      <pc:sldChg chg="del">
        <pc:chgData name="Mwangi, Shanon" userId="727b0e30-cf4e-4768-8719-3822ecf973a6" providerId="ADAL" clId="{DB90676B-547E-4370-BB9C-2EDFA611AEE0}" dt="2026-04-20T10:50:19.390" v="110" actId="47"/>
        <pc:sldMkLst>
          <pc:docMk/>
          <pc:sldMk cId="2707892150" sldId="256"/>
        </pc:sldMkLst>
      </pc:sldChg>
      <pc:sldChg chg="del">
        <pc:chgData name="Mwangi, Shanon" userId="727b0e30-cf4e-4768-8719-3822ecf973a6" providerId="ADAL" clId="{DB90676B-547E-4370-BB9C-2EDFA611AEE0}" dt="2026-04-20T10:50:20.711" v="111" actId="47"/>
        <pc:sldMkLst>
          <pc:docMk/>
          <pc:sldMk cId="1987345029" sldId="257"/>
        </pc:sldMkLst>
      </pc:sldChg>
      <pc:sldChg chg="addSp delSp modSp del mod">
        <pc:chgData name="Mwangi, Shanon" userId="727b0e30-cf4e-4768-8719-3822ecf973a6" providerId="ADAL" clId="{DB90676B-547E-4370-BB9C-2EDFA611AEE0}" dt="2026-04-20T10:50:21.990" v="112" actId="47"/>
        <pc:sldMkLst>
          <pc:docMk/>
          <pc:sldMk cId="3249593839" sldId="258"/>
        </pc:sldMkLst>
        <pc:spChg chg="add mod">
          <ac:chgData name="Mwangi, Shanon" userId="727b0e30-cf4e-4768-8719-3822ecf973a6" providerId="ADAL" clId="{DB90676B-547E-4370-BB9C-2EDFA611AEE0}" dt="2026-04-20T09:42:42.639" v="27" actId="14100"/>
          <ac:spMkLst>
            <pc:docMk/>
            <pc:sldMk cId="3249593839" sldId="258"/>
            <ac:spMk id="2" creationId="{717ABF5C-A004-9A92-FFDE-E8BB3756CAB7}"/>
          </ac:spMkLst>
        </pc:spChg>
        <pc:spChg chg="mod">
          <ac:chgData name="Mwangi, Shanon" userId="727b0e30-cf4e-4768-8719-3822ecf973a6" providerId="ADAL" clId="{DB90676B-547E-4370-BB9C-2EDFA611AEE0}" dt="2026-04-20T03:10:06.240" v="11"/>
          <ac:spMkLst>
            <pc:docMk/>
            <pc:sldMk cId="3249593839" sldId="258"/>
            <ac:spMk id="5" creationId="{17A65E20-68B5-38EE-3D69-5594F2DABE06}"/>
          </ac:spMkLst>
        </pc:spChg>
        <pc:spChg chg="mod">
          <ac:chgData name="Mwangi, Shanon" userId="727b0e30-cf4e-4768-8719-3822ecf973a6" providerId="ADAL" clId="{DB90676B-547E-4370-BB9C-2EDFA611AEE0}" dt="2026-04-20T03:10:58.890" v="15" actId="20577"/>
          <ac:spMkLst>
            <pc:docMk/>
            <pc:sldMk cId="3249593839" sldId="258"/>
            <ac:spMk id="6" creationId="{9F98FA75-7C80-B161-62CF-FDE84944BA63}"/>
          </ac:spMkLst>
        </pc:spChg>
        <pc:spChg chg="mod">
          <ac:chgData name="Mwangi, Shanon" userId="727b0e30-cf4e-4768-8719-3822ecf973a6" providerId="ADAL" clId="{DB90676B-547E-4370-BB9C-2EDFA611AEE0}" dt="2026-04-20T03:13:45.253" v="20" actId="113"/>
          <ac:spMkLst>
            <pc:docMk/>
            <pc:sldMk cId="3249593839" sldId="258"/>
            <ac:spMk id="7" creationId="{D718EEBA-5639-7CFF-D196-3ABB8B95A367}"/>
          </ac:spMkLst>
        </pc:spChg>
        <pc:grpChg chg="mod">
          <ac:chgData name="Mwangi, Shanon" userId="727b0e30-cf4e-4768-8719-3822ecf973a6" providerId="ADAL" clId="{DB90676B-547E-4370-BB9C-2EDFA611AEE0}" dt="2026-04-20T03:10:06.240" v="11"/>
          <ac:grpSpMkLst>
            <pc:docMk/>
            <pc:sldMk cId="3249593839" sldId="258"/>
            <ac:grpSpMk id="14" creationId="{5CB5FCAD-A0C4-781D-381C-EF5E715227E1}"/>
          </ac:grpSpMkLst>
        </pc:grpChg>
        <pc:grpChg chg="mod">
          <ac:chgData name="Mwangi, Shanon" userId="727b0e30-cf4e-4768-8719-3822ecf973a6" providerId="ADAL" clId="{DB90676B-547E-4370-BB9C-2EDFA611AEE0}" dt="2026-04-20T03:11:39.632" v="17" actId="14100"/>
          <ac:grpSpMkLst>
            <pc:docMk/>
            <pc:sldMk cId="3249593839" sldId="258"/>
            <ac:grpSpMk id="15" creationId="{A598BB46-F2A3-4CDF-072F-F9CFE99A675D}"/>
          </ac:grpSpMkLst>
        </pc:grpChg>
        <pc:picChg chg="del">
          <ac:chgData name="Mwangi, Shanon" userId="727b0e30-cf4e-4768-8719-3822ecf973a6" providerId="ADAL" clId="{DB90676B-547E-4370-BB9C-2EDFA611AEE0}" dt="2026-04-20T10:24:30.514" v="28" actId="478"/>
          <ac:picMkLst>
            <pc:docMk/>
            <pc:sldMk cId="3249593839" sldId="258"/>
            <ac:picMk id="8" creationId="{0761025D-3456-8E40-BC21-BC885762B53B}"/>
          </ac:picMkLst>
        </pc:picChg>
        <pc:picChg chg="add del mod">
          <ac:chgData name="Mwangi, Shanon" userId="727b0e30-cf4e-4768-8719-3822ecf973a6" providerId="ADAL" clId="{DB90676B-547E-4370-BB9C-2EDFA611AEE0}" dt="2026-04-20T10:25:58.961" v="38" actId="478"/>
          <ac:picMkLst>
            <pc:docMk/>
            <pc:sldMk cId="3249593839" sldId="258"/>
            <ac:picMk id="10" creationId="{C6ED3BDA-0CB3-F136-8A61-FF3CFA0D5BC5}"/>
          </ac:picMkLst>
        </pc:picChg>
        <pc:picChg chg="add mod">
          <ac:chgData name="Mwangi, Shanon" userId="727b0e30-cf4e-4768-8719-3822ecf973a6" providerId="ADAL" clId="{DB90676B-547E-4370-BB9C-2EDFA611AEE0}" dt="2026-04-20T10:25:13.341" v="37" actId="14100"/>
          <ac:picMkLst>
            <pc:docMk/>
            <pc:sldMk cId="3249593839" sldId="258"/>
            <ac:picMk id="12" creationId="{2F9226A5-9985-DADE-2966-0E279FD7AB5B}"/>
          </ac:picMkLst>
        </pc:picChg>
        <pc:picChg chg="del">
          <ac:chgData name="Mwangi, Shanon" userId="727b0e30-cf4e-4768-8719-3822ecf973a6" providerId="ADAL" clId="{DB90676B-547E-4370-BB9C-2EDFA611AEE0}" dt="2026-04-20T03:21:47.987" v="21" actId="478"/>
          <ac:picMkLst>
            <pc:docMk/>
            <pc:sldMk cId="3249593839" sldId="258"/>
            <ac:picMk id="13" creationId="{3117C540-C571-5AF9-D1AC-460D4CA22540}"/>
          </ac:picMkLst>
        </pc:picChg>
        <pc:picChg chg="del">
          <ac:chgData name="Mwangi, Shanon" userId="727b0e30-cf4e-4768-8719-3822ecf973a6" providerId="ADAL" clId="{DB90676B-547E-4370-BB9C-2EDFA611AEE0}" dt="2026-04-20T10:28:02.733" v="45" actId="478"/>
          <ac:picMkLst>
            <pc:docMk/>
            <pc:sldMk cId="3249593839" sldId="258"/>
            <ac:picMk id="17" creationId="{2D644F33-36F3-4F41-ECA7-F76A169FCCAD}"/>
          </ac:picMkLst>
        </pc:picChg>
        <pc:picChg chg="add del mod">
          <ac:chgData name="Mwangi, Shanon" userId="727b0e30-cf4e-4768-8719-3822ecf973a6" providerId="ADAL" clId="{DB90676B-547E-4370-BB9C-2EDFA611AEE0}" dt="2026-04-20T10:36:35.251" v="54" actId="478"/>
          <ac:picMkLst>
            <pc:docMk/>
            <pc:sldMk cId="3249593839" sldId="258"/>
            <ac:picMk id="18" creationId="{52C26372-9A43-C08E-C42D-4E0552928EAF}"/>
          </ac:picMkLst>
        </pc:picChg>
        <pc:picChg chg="add del mod">
          <ac:chgData name="Mwangi, Shanon" userId="727b0e30-cf4e-4768-8719-3822ecf973a6" providerId="ADAL" clId="{DB90676B-547E-4370-BB9C-2EDFA611AEE0}" dt="2026-04-20T10:37:14.627" v="60" actId="478"/>
          <ac:picMkLst>
            <pc:docMk/>
            <pc:sldMk cId="3249593839" sldId="258"/>
            <ac:picMk id="20" creationId="{834D4FBF-26C2-1C65-4A07-5BE4EAFAD98D}"/>
          </ac:picMkLst>
        </pc:picChg>
        <pc:picChg chg="add mod">
          <ac:chgData name="Mwangi, Shanon" userId="727b0e30-cf4e-4768-8719-3822ecf973a6" providerId="ADAL" clId="{DB90676B-547E-4370-BB9C-2EDFA611AEE0}" dt="2026-04-20T10:37:58.242" v="68" actId="1076"/>
          <ac:picMkLst>
            <pc:docMk/>
            <pc:sldMk cId="3249593839" sldId="258"/>
            <ac:picMk id="22" creationId="{7478AE7E-A619-914E-B1E3-1765DFDFA0DD}"/>
          </ac:picMkLst>
        </pc:picChg>
        <pc:picChg chg="add mod">
          <ac:chgData name="Mwangi, Shanon" userId="727b0e30-cf4e-4768-8719-3822ecf973a6" providerId="ADAL" clId="{DB90676B-547E-4370-BB9C-2EDFA611AEE0}" dt="2026-04-20T10:37:44.178" v="67" actId="1076"/>
          <ac:picMkLst>
            <pc:docMk/>
            <pc:sldMk cId="3249593839" sldId="258"/>
            <ac:picMk id="24" creationId="{37A9BFA1-8E04-4C09-3811-BE83905E20D1}"/>
          </ac:picMkLst>
        </pc:picChg>
      </pc:sldChg>
      <pc:sldChg chg="addSp delSp modSp add mod">
        <pc:chgData name="Mwangi, Shanon" userId="727b0e30-cf4e-4768-8719-3822ecf973a6" providerId="ADAL" clId="{DB90676B-547E-4370-BB9C-2EDFA611AEE0}" dt="2026-04-20T11:38:50.419" v="180" actId="1076"/>
        <pc:sldMkLst>
          <pc:docMk/>
          <pc:sldMk cId="2003688429" sldId="259"/>
        </pc:sldMkLst>
        <pc:spChg chg="mod">
          <ac:chgData name="Mwangi, Shanon" userId="727b0e30-cf4e-4768-8719-3822ecf973a6" providerId="ADAL" clId="{DB90676B-547E-4370-BB9C-2EDFA611AEE0}" dt="2026-04-20T11:23:18.947" v="166" actId="113"/>
          <ac:spMkLst>
            <pc:docMk/>
            <pc:sldMk cId="2003688429" sldId="259"/>
            <ac:spMk id="2" creationId="{EB494E41-19B3-CD5F-20FF-433B1B451EFF}"/>
          </ac:spMkLst>
        </pc:spChg>
        <pc:spChg chg="mod">
          <ac:chgData name="Mwangi, Shanon" userId="727b0e30-cf4e-4768-8719-3822ecf973a6" providerId="ADAL" clId="{DB90676B-547E-4370-BB9C-2EDFA611AEE0}" dt="2026-04-20T10:41:31.657" v="86" actId="255"/>
          <ac:spMkLst>
            <pc:docMk/>
            <pc:sldMk cId="2003688429" sldId="259"/>
            <ac:spMk id="3" creationId="{86F5B545-E2F8-E165-1922-A76A22F249F5}"/>
          </ac:spMkLst>
        </pc:spChg>
        <pc:spChg chg="mod">
          <ac:chgData name="Mwangi, Shanon" userId="727b0e30-cf4e-4768-8719-3822ecf973a6" providerId="ADAL" clId="{DB90676B-547E-4370-BB9C-2EDFA611AEE0}" dt="2026-04-20T11:07:28.769" v="136" actId="14100"/>
          <ac:spMkLst>
            <pc:docMk/>
            <pc:sldMk cId="2003688429" sldId="259"/>
            <ac:spMk id="4" creationId="{BEE56000-8218-AEBF-B962-82823B6F8613}"/>
          </ac:spMkLst>
        </pc:spChg>
        <pc:spChg chg="mod">
          <ac:chgData name="Mwangi, Shanon" userId="727b0e30-cf4e-4768-8719-3822ecf973a6" providerId="ADAL" clId="{DB90676B-547E-4370-BB9C-2EDFA611AEE0}" dt="2026-04-20T11:07:40.577" v="137" actId="1076"/>
          <ac:spMkLst>
            <pc:docMk/>
            <pc:sldMk cId="2003688429" sldId="259"/>
            <ac:spMk id="5" creationId="{A95831D5-30E2-4C45-B1AC-DF4B139C6012}"/>
          </ac:spMkLst>
        </pc:spChg>
        <pc:spChg chg="del">
          <ac:chgData name="Mwangi, Shanon" userId="727b0e30-cf4e-4768-8719-3822ecf973a6" providerId="ADAL" clId="{DB90676B-547E-4370-BB9C-2EDFA611AEE0}" dt="2026-04-20T10:40:47.225" v="81" actId="478"/>
          <ac:spMkLst>
            <pc:docMk/>
            <pc:sldMk cId="2003688429" sldId="259"/>
            <ac:spMk id="6" creationId="{3BD91FFF-F7A5-1BB1-BCCD-102EA57A656F}"/>
          </ac:spMkLst>
        </pc:spChg>
        <pc:spChg chg="mod">
          <ac:chgData name="Mwangi, Shanon" userId="727b0e30-cf4e-4768-8719-3822ecf973a6" providerId="ADAL" clId="{DB90676B-547E-4370-BB9C-2EDFA611AEE0}" dt="2026-04-20T11:27:11.543" v="170" actId="20577"/>
          <ac:spMkLst>
            <pc:docMk/>
            <pc:sldMk cId="2003688429" sldId="259"/>
            <ac:spMk id="7" creationId="{4A2C5207-B93C-C893-6305-E63A2882927F}"/>
          </ac:spMkLst>
        </pc:spChg>
        <pc:grpChg chg="del">
          <ac:chgData name="Mwangi, Shanon" userId="727b0e30-cf4e-4768-8719-3822ecf973a6" providerId="ADAL" clId="{DB90676B-547E-4370-BB9C-2EDFA611AEE0}" dt="2026-04-20T10:40:47.225" v="81" actId="478"/>
          <ac:grpSpMkLst>
            <pc:docMk/>
            <pc:sldMk cId="2003688429" sldId="259"/>
            <ac:grpSpMk id="14" creationId="{CEE3D10E-C3A5-1C57-0E0A-EECF26D9757F}"/>
          </ac:grpSpMkLst>
        </pc:grpChg>
        <pc:grpChg chg="mod">
          <ac:chgData name="Mwangi, Shanon" userId="727b0e30-cf4e-4768-8719-3822ecf973a6" providerId="ADAL" clId="{DB90676B-547E-4370-BB9C-2EDFA611AEE0}" dt="2026-04-20T10:42:02.894" v="89" actId="14100"/>
          <ac:grpSpMkLst>
            <pc:docMk/>
            <pc:sldMk cId="2003688429" sldId="259"/>
            <ac:grpSpMk id="15" creationId="{8A7DE372-04F1-1CFB-39B9-A6ABDD401F0C}"/>
          </ac:grpSpMkLst>
        </pc:grpChg>
        <pc:picChg chg="add del mod">
          <ac:chgData name="Mwangi, Shanon" userId="727b0e30-cf4e-4768-8719-3822ecf973a6" providerId="ADAL" clId="{DB90676B-547E-4370-BB9C-2EDFA611AEE0}" dt="2026-04-20T11:17:58.724" v="140" actId="478"/>
          <ac:picMkLst>
            <pc:docMk/>
            <pc:sldMk cId="2003688429" sldId="259"/>
            <ac:picMk id="9" creationId="{DBE9C6E6-5892-C4EF-E1EE-18924C53B7F9}"/>
          </ac:picMkLst>
        </pc:picChg>
        <pc:picChg chg="add del mod">
          <ac:chgData name="Mwangi, Shanon" userId="727b0e30-cf4e-4768-8719-3822ecf973a6" providerId="ADAL" clId="{DB90676B-547E-4370-BB9C-2EDFA611AEE0}" dt="2026-04-20T11:21:43.926" v="160" actId="478"/>
          <ac:picMkLst>
            <pc:docMk/>
            <pc:sldMk cId="2003688429" sldId="259"/>
            <ac:picMk id="11" creationId="{D87660C8-3F64-66B3-F9EC-1D6AD1110CD3}"/>
          </ac:picMkLst>
        </pc:picChg>
        <pc:picChg chg="del mod">
          <ac:chgData name="Mwangi, Shanon" userId="727b0e30-cf4e-4768-8719-3822ecf973a6" providerId="ADAL" clId="{DB90676B-547E-4370-BB9C-2EDFA611AEE0}" dt="2026-04-20T11:01:12.530" v="116" actId="478"/>
          <ac:picMkLst>
            <pc:docMk/>
            <pc:sldMk cId="2003688429" sldId="259"/>
            <ac:picMk id="12" creationId="{3A2A1785-5ACD-54CE-4EDD-18BCA8900435}"/>
          </ac:picMkLst>
        </pc:picChg>
        <pc:picChg chg="add del mod">
          <ac:chgData name="Mwangi, Shanon" userId="727b0e30-cf4e-4768-8719-3822ecf973a6" providerId="ADAL" clId="{DB90676B-547E-4370-BB9C-2EDFA611AEE0}" dt="2026-04-20T11:35:37.564" v="171" actId="478"/>
          <ac:picMkLst>
            <pc:docMk/>
            <pc:sldMk cId="2003688429" sldId="259"/>
            <ac:picMk id="16" creationId="{68834E27-0F40-1095-F80F-EDB7A0DB8322}"/>
          </ac:picMkLst>
        </pc:picChg>
        <pc:picChg chg="add mod">
          <ac:chgData name="Mwangi, Shanon" userId="727b0e30-cf4e-4768-8719-3822ecf973a6" providerId="ADAL" clId="{DB90676B-547E-4370-BB9C-2EDFA611AEE0}" dt="2026-04-20T11:19:50.275" v="159" actId="1076"/>
          <ac:picMkLst>
            <pc:docMk/>
            <pc:sldMk cId="2003688429" sldId="259"/>
            <ac:picMk id="18" creationId="{E360EB9C-D2A2-4DB5-57EF-42A7ED2BD2E8}"/>
          </ac:picMkLst>
        </pc:picChg>
        <pc:picChg chg="add mod">
          <ac:chgData name="Mwangi, Shanon" userId="727b0e30-cf4e-4768-8719-3822ecf973a6" providerId="ADAL" clId="{DB90676B-547E-4370-BB9C-2EDFA611AEE0}" dt="2026-04-20T11:22:18.340" v="165" actId="1076"/>
          <ac:picMkLst>
            <pc:docMk/>
            <pc:sldMk cId="2003688429" sldId="259"/>
            <ac:picMk id="20" creationId="{18CA0438-A250-75BD-2258-7EE7F6593E6C}"/>
          </ac:picMkLst>
        </pc:picChg>
        <pc:picChg chg="del mod">
          <ac:chgData name="Mwangi, Shanon" userId="727b0e30-cf4e-4768-8719-3822ecf973a6" providerId="ADAL" clId="{DB90676B-547E-4370-BB9C-2EDFA611AEE0}" dt="2026-04-20T11:18:28.814" v="146" actId="478"/>
          <ac:picMkLst>
            <pc:docMk/>
            <pc:sldMk cId="2003688429" sldId="259"/>
            <ac:picMk id="22" creationId="{98C63CA3-04D1-79FD-0AC1-FE9D648FDCBE}"/>
          </ac:picMkLst>
        </pc:picChg>
        <pc:picChg chg="add mod">
          <ac:chgData name="Mwangi, Shanon" userId="727b0e30-cf4e-4768-8719-3822ecf973a6" providerId="ADAL" clId="{DB90676B-547E-4370-BB9C-2EDFA611AEE0}" dt="2026-04-20T11:38:50.419" v="180" actId="1076"/>
          <ac:picMkLst>
            <pc:docMk/>
            <pc:sldMk cId="2003688429" sldId="259"/>
            <ac:picMk id="23" creationId="{62A7B3BA-E74E-BBE0-771D-67B5A2C33EBD}"/>
          </ac:picMkLst>
        </pc:picChg>
        <pc:picChg chg="del mod">
          <ac:chgData name="Mwangi, Shanon" userId="727b0e30-cf4e-4768-8719-3822ecf973a6" providerId="ADAL" clId="{DB90676B-547E-4370-BB9C-2EDFA611AEE0}" dt="2026-04-20T11:19:04.768" v="151" actId="478"/>
          <ac:picMkLst>
            <pc:docMk/>
            <pc:sldMk cId="2003688429" sldId="259"/>
            <ac:picMk id="24" creationId="{8E404211-111D-6B6B-E01E-5CB503AAB464}"/>
          </ac:picMkLst>
        </pc:picChg>
      </pc:sldChg>
      <pc:sldChg chg="add del">
        <pc:chgData name="Mwangi, Shanon" userId="727b0e30-cf4e-4768-8719-3822ecf973a6" providerId="ADAL" clId="{DB90676B-547E-4370-BB9C-2EDFA611AEE0}" dt="2026-04-20T10:58:15.952" v="115" actId="47"/>
        <pc:sldMkLst>
          <pc:docMk/>
          <pc:sldMk cId="1185601872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EBDCD-94EB-43EF-856E-FE6949252092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ECAB8-3764-4CD7-A76E-FC2EA32B0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459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EBDCD-94EB-43EF-856E-FE6949252092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ECAB8-3764-4CD7-A76E-FC2EA32B0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9405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EBDCD-94EB-43EF-856E-FE6949252092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ECAB8-3764-4CD7-A76E-FC2EA32B0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3644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EBDCD-94EB-43EF-856E-FE6949252092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ECAB8-3764-4CD7-A76E-FC2EA32B0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9073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EBDCD-94EB-43EF-856E-FE6949252092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ECAB8-3764-4CD7-A76E-FC2EA32B0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3411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EBDCD-94EB-43EF-856E-FE6949252092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ECAB8-3764-4CD7-A76E-FC2EA32B0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2795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EBDCD-94EB-43EF-856E-FE6949252092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ECAB8-3764-4CD7-A76E-FC2EA32B0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123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EBDCD-94EB-43EF-856E-FE6949252092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ECAB8-3764-4CD7-A76E-FC2EA32B0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4462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EBDCD-94EB-43EF-856E-FE6949252092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ECAB8-3764-4CD7-A76E-FC2EA32B0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01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EBDCD-94EB-43EF-856E-FE6949252092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ECAB8-3764-4CD7-A76E-FC2EA32B0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1554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EBDCD-94EB-43EF-856E-FE6949252092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ECAB8-3764-4CD7-A76E-FC2EA32B0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181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EBDCD-94EB-43EF-856E-FE6949252092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6ECAB8-3764-4CD7-A76E-FC2EA32B0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0761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9D7B73-EE84-EEA5-DD1E-EFAE5086F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F5B545-E2F8-E165-1922-A76A22F249F5}"/>
              </a:ext>
            </a:extLst>
          </p:cNvPr>
          <p:cNvSpPr txBox="1"/>
          <p:nvPr/>
        </p:nvSpPr>
        <p:spPr>
          <a:xfrm>
            <a:off x="403608" y="252978"/>
            <a:ext cx="57755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1F4E79"/>
                </a:solidFill>
              </a:rPr>
              <a:t>DECARBONISATION OF UK ELECTRICITY (2000-2025)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E56000-8218-AEBF-B962-82823B6F8613}"/>
              </a:ext>
            </a:extLst>
          </p:cNvPr>
          <p:cNvSpPr txBox="1"/>
          <p:nvPr/>
        </p:nvSpPr>
        <p:spPr>
          <a:xfrm>
            <a:off x="403608" y="526702"/>
            <a:ext cx="50920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Tracking the shift from fossil fuels to low-carbon energy and its impact on emissions</a:t>
            </a:r>
            <a:endParaRPr lang="en-GB" sz="1100" dirty="0">
              <a:solidFill>
                <a:srgbClr val="505050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A7DE372-04F1-1CFB-39B9-A6ABDD401F0C}"/>
              </a:ext>
            </a:extLst>
          </p:cNvPr>
          <p:cNvGrpSpPr/>
          <p:nvPr/>
        </p:nvGrpSpPr>
        <p:grpSpPr>
          <a:xfrm>
            <a:off x="1" y="1066680"/>
            <a:ext cx="5218110" cy="1138305"/>
            <a:chOff x="554182" y="1503015"/>
            <a:chExt cx="2147455" cy="19398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95831D5-30E2-4C45-B1AC-DF4B139C6012}"/>
                </a:ext>
              </a:extLst>
            </p:cNvPr>
            <p:cNvSpPr/>
            <p:nvPr/>
          </p:nvSpPr>
          <p:spPr>
            <a:xfrm>
              <a:off x="554182" y="1503015"/>
              <a:ext cx="2133600" cy="19398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A2C5207-B93C-C893-6305-E63A2882927F}"/>
                </a:ext>
              </a:extLst>
            </p:cNvPr>
            <p:cNvSpPr txBox="1"/>
            <p:nvPr/>
          </p:nvSpPr>
          <p:spPr>
            <a:xfrm>
              <a:off x="709015" y="1708570"/>
              <a:ext cx="1992622" cy="1311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Electricity generation is a major source of carbon emissions, and the UK has committed to reaching </a:t>
              </a:r>
              <a:r>
                <a:rPr lang="en-US" sz="1100" b="1" dirty="0">
                  <a:solidFill>
                    <a:schemeClr val="bg1"/>
                  </a:solidFill>
                </a:rPr>
                <a:t>Net Zero by 2050</a:t>
              </a:r>
              <a:r>
                <a:rPr lang="en-US" sz="1100" dirty="0">
                  <a:solidFill>
                    <a:schemeClr val="bg1"/>
                  </a:solidFill>
                </a:rPr>
                <a:t>. This poster shows how the electricity system has shifted since 2000, from fossil fuels to low-carbon energy, and how this transition has reduced emissions.</a:t>
              </a:r>
              <a:endParaRPr lang="en-GB" sz="11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B494E41-19B3-CD5F-20FF-433B1B451EFF}"/>
              </a:ext>
            </a:extLst>
          </p:cNvPr>
          <p:cNvSpPr/>
          <p:nvPr/>
        </p:nvSpPr>
        <p:spPr>
          <a:xfrm>
            <a:off x="1" y="6257838"/>
            <a:ext cx="9906000" cy="6001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While the UK has significantly reduced electricity emissions through the shift to low-carbon energy, achieving </a:t>
            </a:r>
            <a:r>
              <a:rPr lang="en-US" sz="1100" b="1" dirty="0"/>
              <a:t>Net Zero by 2050 </a:t>
            </a:r>
            <a:r>
              <a:rPr lang="en-US" sz="1100" dirty="0"/>
              <a:t>will require fully phasing out natural gas.</a:t>
            </a:r>
            <a:endParaRPr lang="en-GB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360EB9C-D2A2-4DB5-57EF-42A7ED2BD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2307" y="3408107"/>
            <a:ext cx="4052248" cy="236381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8CA0438-A250-75BD-2258-7EE7F6593E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24" y="2606852"/>
            <a:ext cx="4903721" cy="286050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2A7B3BA-E74E-BBE0-771D-67B5A2C33E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636" y="316389"/>
            <a:ext cx="4006756" cy="251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688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3276</TotalTime>
  <Words>98</Words>
  <Application>Microsoft Office PowerPoint</Application>
  <PresentationFormat>A4 Paper (210x297 mm)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Glasgow Caledonian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Mwangi, Shanon</dc:creator>
  <cp:lastModifiedBy>Mwangi, Shanon</cp:lastModifiedBy>
  <cp:revision>1</cp:revision>
  <dcterms:created xsi:type="dcterms:W3CDTF">2026-04-16T20:19:13Z</dcterms:created>
  <dcterms:modified xsi:type="dcterms:W3CDTF">2026-04-20T11:38:50Z</dcterms:modified>
</cp:coreProperties>
</file>